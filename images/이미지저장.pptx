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0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2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8277C1-221D-41C4-B47D-49DCE8404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4F01A6-4569-4168-85C5-1B502DF0F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7F4F03-DC21-4C02-B885-48EF759F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61D27-061F-41FD-8D1D-009CA068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94CD7-C373-4B47-BB6C-024B7B20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20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83F90-8557-4464-A804-5FBC56C1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90FE83-1520-48EA-9807-D2C5171B8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0FAB5-FB74-4B97-8B8B-EA035492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8FA9B8-527F-4882-8829-5835B5C4F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9F6A6C-7728-45F1-AC82-BBB6CD20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28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91A5B1-0A71-4AFA-9213-24DD1BC4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873C32-F49C-406E-BA64-E255C09F6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CD13D7-6D63-4F82-87BD-90FDD321B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B9BB50-CB73-492F-BB9A-9431A264B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A5C926-6909-4DD8-A31E-F54B483D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65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D53FB-A8C5-4CDE-B0DE-81BDBD82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CA5345-CE41-4F43-931F-080D6F34D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EC1D7-B60A-4E43-B46C-532B3FF0E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ADE2AA-DC9F-44DA-AD93-D46924968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966386-2A2B-4831-8D37-39366A07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39975E-9C76-4D5A-8C5A-48F04F3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12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F4FF6-840F-480D-87D0-D4A5999C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1AB854-25E3-4A12-8075-AF616C80A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68B4BA-3029-4843-B805-2EABFF6B5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1B443E-60FD-43EB-AFFE-D1F9B4AB9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F258D0-CBD6-4836-9599-1C9969385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918CCB-AAD0-4545-AAC7-97664BDF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6FAA31-DE76-4F4F-A8BE-F93E739E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F27A96-8506-494E-87B4-05CAF99F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00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8DCA4-2C57-44F7-8486-A21771491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6765B-6809-4D1B-BB05-0F4975FF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D2ED91-6FBA-4225-918F-5F58D96B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CA0999-0A74-4194-8FB0-C41377B4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98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170CB5-DF59-4AE2-B949-B771FE67C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FE9839-8859-48E0-92CB-9C9A0853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3450A2-A5C8-4C08-8D15-589D9A17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44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1ABE5-CD88-45C9-9F8A-09FD49BA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4B5C8-EBBE-4F08-A98F-1293EB91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198FF5-329C-41A9-B0F4-7E6BDB9D7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DA1BA9-2934-4DF9-AD80-3CDF5532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B5DEB0-F587-45C8-979D-2E0E76BC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582206-C94E-4058-B22A-D64D03E6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57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D4651-788B-4E1D-ABF0-A7ADAF1A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987769-75DD-4614-B4BF-9E38671BB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8B8A85-8E66-47D4-AD92-CD050FC14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E6478E-23A8-419E-A14F-6D0549EA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6272E5-A782-47E7-9C27-84F8B3B8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500AD9-E309-4FB5-B9FD-C21DECEB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95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67FCF-AD31-492E-8CE8-35CBF1E2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AC6B51-0B36-4417-BAED-723DEB9FB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5CCA4-16B2-4D04-8866-8F75EB46E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B0AEF-0C77-471C-B611-CBB1AEBA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481E78-B824-47B3-BF86-34639E0F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71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C6EFE0-683E-413E-A235-F5CD679AB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4B4006-8D56-4169-9D05-456C1CBF0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93BB4E-F99A-4288-8F7F-5734084B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D7955D-9E04-484A-8C91-4153A763A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807E35-2171-40E4-8424-E715224B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56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801118-8653-463F-9ECA-4DAAF0BC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E60983-0E56-45AF-B841-CE46B046A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A14C9-BA70-428B-9FB9-A9CDCA6E3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1D9DE-BAD3-4C17-BA63-22C398C6D77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DEA3AF-F85C-4028-A228-DC3C91098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2E44B-B046-4647-94C8-24B65A869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EEC7C-1589-4CB3-BD7B-7B9779EE5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72927A5-CBCE-40C5-8E24-D0134EC09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29" y="131418"/>
            <a:ext cx="6142036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47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주영 박</dc:creator>
  <cp:lastModifiedBy>주영 박</cp:lastModifiedBy>
  <cp:revision>1</cp:revision>
  <dcterms:created xsi:type="dcterms:W3CDTF">2026-07-20T00:04:53Z</dcterms:created>
  <dcterms:modified xsi:type="dcterms:W3CDTF">2026-07-20T00:05:29Z</dcterms:modified>
</cp:coreProperties>
</file>